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0F68D-614E-6E92-568A-2F60360CC2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D4B1B7-BB4F-4C44-79DC-9B9D98E82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3FE73-B61D-E0E6-3305-58A559E46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89273-DEF3-1DE9-C962-396D496FE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DCDA6-7029-CB8A-3F7A-F0E39419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420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542F-694C-5E1E-DB50-92837B9CC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18DAE-E358-6800-8152-FA3E6C2EB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7906FC-B78F-05F2-F3C4-3F8C0120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D2B602-3990-3C46-ED83-73661753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33901-72E4-A12D-977C-7021E3D3C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30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31523-A247-9FE3-80D0-68D002D5F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AC2C88-0F77-C437-3396-D84C4CB3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ED671-BBA2-041F-87CE-82EC13C5B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1893F-DB14-9E4A-7B26-827A88172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BE62C-2B02-3234-C42E-BEAD9FF0A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897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5B975-6B3C-C559-C66A-0AB9F762F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FBD4C-750B-13B5-4732-FE49D34917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47FD18-8E4D-64CA-32CC-B8906328BA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9D0DD4-F05E-E2B7-9C17-F2DA048AB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3D5AB-F4E9-433F-AA83-EFCE01B57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203F6-0DE2-EE59-E9FB-D8877F0C7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4590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B63CD-0CE2-EB58-D151-0BF7C2BEC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C22FB0-3744-3BC4-EAAA-A4F00AE60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D06F03-E06F-F907-4DA8-2EA6CC0B1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768F76-663B-970A-16B0-FCF06AE0B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9FF445-2235-336C-957E-BDDFED33C5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ECECE5-865C-18E8-6EAE-30011336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F3C38-DA23-6021-5156-2A06BFA9A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C03EB2-7481-2AF1-5DA9-885D5DEF6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8086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31F5-2673-7722-AAC0-3042AD44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F38AE5-7169-0447-49EB-265A20F0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B1C6C-612C-107D-0B3C-43B044315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8C6AA-0BCF-1815-4882-2B6ED0197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5180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0234C3-98F1-98A1-FFB3-0680FC697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147905-706D-93C4-ACFD-390BCDC46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D83FC-47B2-AD5B-89BC-80547E77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23629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4D97B-2119-B18B-9D01-2CD02CECE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28D65-C267-3992-A280-2342E8CE57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4D11C-AAAC-3101-CF6A-80B8A514FF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17F40B-C4D6-9948-010E-0C64B0A35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41566E-3BE8-0330-A577-F1F74730C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DBAB40-9B6E-C520-CCCA-A8046A47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364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349B1-83CA-0891-5C72-C087EE16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15963C-1584-2244-706D-E4AD6A7DA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531597-53AD-651D-C7C9-653FFBD29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734E48-1ABB-AC46-C9A2-FF306AA0E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71888-411D-542C-918D-0A9B3B549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2FD77A-B593-355C-68E7-8FA749F59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71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F4F9E-4C13-03CD-D35B-BDED59E57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F359C-4B50-F691-A1AF-3D64E77135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001F0-8164-C380-85F0-23519FF52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06893-4A33-FD2F-EFA7-086B82124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7FC4F-2398-CAA5-B6ED-3FDA3C91E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545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B5E668-B631-F1E5-244C-84403F9E31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6C6B92-4C73-059A-8729-20F6BEFF0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1BB3-9F07-2C3A-A9F0-C2AF3C300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27CBF-F93E-D83B-0EC0-9C59A71EF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2E6F99-CCA9-63D4-5CA7-78120AA51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2724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480AA6-2A6E-C3A9-5FE6-512A7E0A0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EFAE3-2017-25DC-DD1C-D5490645F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2620D3-AF51-C485-B176-D2097CFCB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1BFAE4-937B-4A00-931F-9920ABACD866}" type="datetimeFigureOut">
              <a:rPr lang="en-GB" smtClean="0"/>
              <a:t>16/10/2025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4ED79-DCC8-9A59-AF15-BDEF980DE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369C0-3641-4231-D530-C98933972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6816B-8CD2-4A3B-A164-E971E78D4F6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14135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D8C46B-B1EB-842F-75CA-CCFA2F2E9FBC}"/>
              </a:ext>
            </a:extLst>
          </p:cNvPr>
          <p:cNvSpPr/>
          <p:nvPr/>
        </p:nvSpPr>
        <p:spPr>
          <a:xfrm>
            <a:off x="2340300" y="334433"/>
            <a:ext cx="22860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8-bit serial-parallel register</a:t>
            </a:r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6979B0-06E2-0B6C-FB70-2B57D719D876}"/>
              </a:ext>
            </a:extLst>
          </p:cNvPr>
          <p:cNvSpPr/>
          <p:nvPr/>
        </p:nvSpPr>
        <p:spPr>
          <a:xfrm>
            <a:off x="2340300" y="5151967"/>
            <a:ext cx="2286000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8-bit parallel-serial</a:t>
            </a:r>
            <a:r>
              <a:rPr lang="en-GB" dirty="0"/>
              <a:t> register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B3BBA85-ACD9-D0D3-9BB5-2F95A88392ED}"/>
              </a:ext>
            </a:extLst>
          </p:cNvPr>
          <p:cNvSpPr txBox="1"/>
          <p:nvPr/>
        </p:nvSpPr>
        <p:spPr>
          <a:xfrm>
            <a:off x="3483299" y="472968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7:0</a:t>
            </a:r>
            <a:endParaRPr lang="en-GB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B7EB9F2-94B9-E304-22E8-21E61B262744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566319" y="508000"/>
            <a:ext cx="177398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A50926E-B289-7704-E009-806137A695CE}"/>
              </a:ext>
            </a:extLst>
          </p:cNvPr>
          <p:cNvSpPr txBox="1"/>
          <p:nvPr/>
        </p:nvSpPr>
        <p:spPr>
          <a:xfrm>
            <a:off x="89907" y="323334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Tin</a:t>
            </a:r>
            <a:endParaRPr lang="en-GB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556896-E24C-59B6-CAC1-4BE4787BF1FD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605588" y="808218"/>
            <a:ext cx="1738714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1D84A44-6072-C89F-593A-C99576A2BBF6}"/>
              </a:ext>
            </a:extLst>
          </p:cNvPr>
          <p:cNvSpPr txBox="1"/>
          <p:nvPr/>
        </p:nvSpPr>
        <p:spPr>
          <a:xfrm>
            <a:off x="93909" y="623552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</a:t>
            </a:r>
            <a:endParaRPr lang="en-GB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26CFEBA-8297-27E3-E23A-96E52756BF82}"/>
              </a:ext>
            </a:extLst>
          </p:cNvPr>
          <p:cNvCxnSpPr>
            <a:cxnSpLocks/>
            <a:endCxn id="21" idx="3"/>
          </p:cNvCxnSpPr>
          <p:nvPr/>
        </p:nvCxnSpPr>
        <p:spPr>
          <a:xfrm flipH="1">
            <a:off x="663301" y="5319184"/>
            <a:ext cx="1676999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DDB0D16-76FB-24B5-DD81-D59BCACD6D87}"/>
              </a:ext>
            </a:extLst>
          </p:cNvPr>
          <p:cNvSpPr txBox="1"/>
          <p:nvPr/>
        </p:nvSpPr>
        <p:spPr>
          <a:xfrm>
            <a:off x="8955" y="5134518"/>
            <a:ext cx="654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Rout</a:t>
            </a:r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2537745-A042-534A-35AF-548E4C7E4DA3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882912" y="5609167"/>
            <a:ext cx="1462500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BB70217-F327-B11E-4B00-BE9A9B7D0D52}"/>
              </a:ext>
            </a:extLst>
          </p:cNvPr>
          <p:cNvSpPr txBox="1"/>
          <p:nvPr/>
        </p:nvSpPr>
        <p:spPr>
          <a:xfrm>
            <a:off x="8955" y="542450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Enable</a:t>
            </a:r>
            <a:endParaRPr lang="en-GB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4D1D29-CCD7-4FD1-562A-F30413287301}"/>
              </a:ext>
            </a:extLst>
          </p:cNvPr>
          <p:cNvSpPr txBox="1"/>
          <p:nvPr/>
        </p:nvSpPr>
        <p:spPr>
          <a:xfrm>
            <a:off x="3483298" y="130177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7:0</a:t>
            </a:r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440E66-4644-6679-1343-600A002AE951}"/>
              </a:ext>
            </a:extLst>
          </p:cNvPr>
          <p:cNvSpPr/>
          <p:nvPr/>
        </p:nvSpPr>
        <p:spPr>
          <a:xfrm>
            <a:off x="5936886" y="1376266"/>
            <a:ext cx="1339849" cy="819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Device</a:t>
            </a:r>
            <a:endParaRPr lang="en-GB" dirty="0"/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E644E43-9748-248B-0F1B-4650B4C47E90}"/>
              </a:ext>
            </a:extLst>
          </p:cNvPr>
          <p:cNvCxnSpPr>
            <a:cxnSpLocks/>
            <a:stCxn id="4" idx="2"/>
            <a:endCxn id="31" idx="1"/>
          </p:cNvCxnSpPr>
          <p:nvPr/>
        </p:nvCxnSpPr>
        <p:spPr>
          <a:xfrm rot="16200000" flipH="1">
            <a:off x="4441584" y="290549"/>
            <a:ext cx="537018" cy="2453586"/>
          </a:xfrm>
          <a:prstGeom prst="bentConnector2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7F55659-F416-B585-FE8E-0E75AAE6D3F7}"/>
              </a:ext>
            </a:extLst>
          </p:cNvPr>
          <p:cNvCxnSpPr>
            <a:cxnSpLocks/>
            <a:stCxn id="93" idx="2"/>
            <a:endCxn id="9" idx="0"/>
          </p:cNvCxnSpPr>
          <p:nvPr/>
        </p:nvCxnSpPr>
        <p:spPr>
          <a:xfrm rot="5400000">
            <a:off x="4948000" y="2597968"/>
            <a:ext cx="1089300" cy="4018699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E3E84EC8-76B7-307E-E1EC-AE90B468A29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585681" y="1105244"/>
            <a:ext cx="1754617" cy="1361214"/>
          </a:xfrm>
          <a:prstGeom prst="bentConnector3">
            <a:avLst>
              <a:gd name="adj1" fmla="val 50000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CD8B29C5-93BD-80D5-DEDA-612DACE3E79D}"/>
              </a:ext>
            </a:extLst>
          </p:cNvPr>
          <p:cNvSpPr txBox="1"/>
          <p:nvPr/>
        </p:nvSpPr>
        <p:spPr>
          <a:xfrm>
            <a:off x="69193" y="2281792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Clk</a:t>
            </a:r>
            <a:endParaRPr lang="en-GB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59E734E7-3658-9BB7-0560-41A3993D7BCB}"/>
              </a:ext>
            </a:extLst>
          </p:cNvPr>
          <p:cNvCxnSpPr>
            <a:cxnSpLocks/>
          </p:cNvCxnSpPr>
          <p:nvPr/>
        </p:nvCxnSpPr>
        <p:spPr>
          <a:xfrm rot="16200000" flipH="1">
            <a:off x="199451" y="3739511"/>
            <a:ext cx="3404385" cy="877307"/>
          </a:xfrm>
          <a:prstGeom prst="bentConnector3">
            <a:avLst>
              <a:gd name="adj1" fmla="val 99802"/>
            </a:avLst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3DDD23C-CA6C-6689-5B22-4D7F8328AE5A}"/>
              </a:ext>
            </a:extLst>
          </p:cNvPr>
          <p:cNvCxnSpPr>
            <a:cxnSpLocks/>
            <a:stCxn id="68" idx="1"/>
          </p:cNvCxnSpPr>
          <p:nvPr/>
        </p:nvCxnSpPr>
        <p:spPr>
          <a:xfrm flipH="1" flipV="1">
            <a:off x="4626299" y="5328076"/>
            <a:ext cx="1676999" cy="13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D855840-D9E4-020D-913E-11131D1132DA}"/>
              </a:ext>
            </a:extLst>
          </p:cNvPr>
          <p:cNvSpPr txBox="1"/>
          <p:nvPr/>
        </p:nvSpPr>
        <p:spPr>
          <a:xfrm>
            <a:off x="6303298" y="5144753"/>
            <a:ext cx="5052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Rin</a:t>
            </a:r>
            <a:endParaRPr lang="en-GB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3BAA35D6-20DE-0C44-37A5-04433DC2D47B}"/>
              </a:ext>
            </a:extLst>
          </p:cNvPr>
          <p:cNvCxnSpPr>
            <a:cxnSpLocks/>
            <a:stCxn id="71" idx="1"/>
          </p:cNvCxnSpPr>
          <p:nvPr/>
        </p:nvCxnSpPr>
        <p:spPr>
          <a:xfrm flipH="1" flipV="1">
            <a:off x="4626299" y="517756"/>
            <a:ext cx="1676999" cy="134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2D7A0FEE-FAF7-52E2-8520-0E50C17735C3}"/>
              </a:ext>
            </a:extLst>
          </p:cNvPr>
          <p:cNvSpPr txBox="1"/>
          <p:nvPr/>
        </p:nvSpPr>
        <p:spPr>
          <a:xfrm>
            <a:off x="6303298" y="334433"/>
            <a:ext cx="60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Tout</a:t>
            </a:r>
            <a:endParaRPr lang="en-GB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0743D6C-7092-43EC-781E-449076E990A2}"/>
              </a:ext>
            </a:extLst>
          </p:cNvPr>
          <p:cNvSpPr/>
          <p:nvPr/>
        </p:nvSpPr>
        <p:spPr>
          <a:xfrm>
            <a:off x="7720546" y="1376266"/>
            <a:ext cx="1339849" cy="819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Discovery identifier</a:t>
            </a:r>
            <a:endParaRPr lang="en-GB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E36995D6-43C5-A0B5-A40E-470D3C31994A}"/>
              </a:ext>
            </a:extLst>
          </p:cNvPr>
          <p:cNvSpPr/>
          <p:nvPr/>
        </p:nvSpPr>
        <p:spPr>
          <a:xfrm>
            <a:off x="6437847" y="3243497"/>
            <a:ext cx="2128303" cy="819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 Quad 2-input multiplexers</a:t>
            </a:r>
            <a:endParaRPr lang="en-GB" dirty="0"/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A14300E9-2F9E-02C0-4A20-A6AE55F1A72D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606811" y="2195436"/>
            <a:ext cx="0" cy="10480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6D7DC8A2-EEDD-9367-3A98-8D76C511FC8F}"/>
              </a:ext>
            </a:extLst>
          </p:cNvPr>
          <p:cNvCxnSpPr>
            <a:cxnSpLocks/>
            <a:stCxn id="76" idx="2"/>
          </p:cNvCxnSpPr>
          <p:nvPr/>
        </p:nvCxnSpPr>
        <p:spPr>
          <a:xfrm flipH="1">
            <a:off x="8390470" y="2195436"/>
            <a:ext cx="1" cy="104806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C32BF3C3-17D2-C8C6-A75F-EE7C83DB5583}"/>
              </a:ext>
            </a:extLst>
          </p:cNvPr>
          <p:cNvCxnSpPr>
            <a:cxnSpLocks/>
            <a:stCxn id="103" idx="3"/>
            <a:endCxn id="93" idx="1"/>
          </p:cNvCxnSpPr>
          <p:nvPr/>
        </p:nvCxnSpPr>
        <p:spPr>
          <a:xfrm>
            <a:off x="882912" y="3641894"/>
            <a:ext cx="5554935" cy="1118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092B2CD-4F8F-27C0-AE72-79A308D67201}"/>
              </a:ext>
            </a:extLst>
          </p:cNvPr>
          <p:cNvSpPr txBox="1"/>
          <p:nvPr/>
        </p:nvSpPr>
        <p:spPr>
          <a:xfrm>
            <a:off x="93909" y="3457228"/>
            <a:ext cx="789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</a:t>
            </a:r>
            <a:endParaRPr lang="en-GB" dirty="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BE9702B-2C2D-29B6-4823-03F89BEA6B80}"/>
              </a:ext>
            </a:extLst>
          </p:cNvPr>
          <p:cNvSpPr txBox="1"/>
          <p:nvPr/>
        </p:nvSpPr>
        <p:spPr>
          <a:xfrm>
            <a:off x="6606810" y="25177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7:0</a:t>
            </a:r>
            <a:endParaRPr lang="en-GB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C79E10A-9DC0-E56B-C882-342A09A00977}"/>
              </a:ext>
            </a:extLst>
          </p:cNvPr>
          <p:cNvSpPr txBox="1"/>
          <p:nvPr/>
        </p:nvSpPr>
        <p:spPr>
          <a:xfrm>
            <a:off x="8390470" y="251778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7:0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0488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25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Darley (jd14g23)</dc:creator>
  <cp:lastModifiedBy>Joshua Darley (jd14g23)</cp:lastModifiedBy>
  <cp:revision>5</cp:revision>
  <dcterms:created xsi:type="dcterms:W3CDTF">2025-10-16T12:50:16Z</dcterms:created>
  <dcterms:modified xsi:type="dcterms:W3CDTF">2025-10-16T13:15:57Z</dcterms:modified>
</cp:coreProperties>
</file>